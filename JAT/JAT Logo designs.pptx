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4750"/>
    <a:srgbClr val="244C5E"/>
    <a:srgbClr val="4FC8D5"/>
    <a:srgbClr val="2340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581387-9EED-45FC-8821-BCC0E09164DA}" v="4" dt="2026-05-22T16:46:05.5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49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roy Sturdivent" userId="41e582f7acb13e6a" providerId="LiveId" clId="{DC1EEE44-BCCF-44CE-8B02-313174E91A04}"/>
    <pc:docChg chg="modSld">
      <pc:chgData name="Leroy Sturdivent" userId="41e582f7acb13e6a" providerId="LiveId" clId="{DC1EEE44-BCCF-44CE-8B02-313174E91A04}" dt="2026-05-22T16:46:00.430" v="5"/>
      <pc:docMkLst>
        <pc:docMk/>
      </pc:docMkLst>
      <pc:sldChg chg="modSp mod">
        <pc:chgData name="Leroy Sturdivent" userId="41e582f7acb13e6a" providerId="LiveId" clId="{DC1EEE44-BCCF-44CE-8B02-313174E91A04}" dt="2026-05-22T16:46:00.430" v="5"/>
        <pc:sldMkLst>
          <pc:docMk/>
          <pc:sldMk cId="1729949029" sldId="256"/>
        </pc:sldMkLst>
        <pc:spChg chg="mod">
          <ac:chgData name="Leroy Sturdivent" userId="41e582f7acb13e6a" providerId="LiveId" clId="{DC1EEE44-BCCF-44CE-8B02-313174E91A04}" dt="2026-05-22T16:46:00.430" v="5"/>
          <ac:spMkLst>
            <pc:docMk/>
            <pc:sldMk cId="1729949029" sldId="256"/>
            <ac:spMk id="8" creationId="{06A4724B-43BA-CF9A-29CD-C23A8341E2F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334C9-F4A8-7F19-CB66-58731FCFAA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F4BD3B-1A1E-01FC-51EA-5DD7E4F4C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06255-A6EC-C8E9-6F72-629490BA4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D23B6-2C4D-45C6-B558-EA1C13F262B2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608F6-F5E5-43EE-DA23-9801A67B2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89BAC-1285-3EC4-46F4-E9B88BA1F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A7815-0C99-4CEA-9838-A8B29F1C6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881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A05FD-E90B-0A20-0B67-2A616870F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8A49A-CC45-7F06-A122-1ED07DCACE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5A9EB2-D06C-5318-64F2-B8923FAFF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D23B6-2C4D-45C6-B558-EA1C13F262B2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78216-AC0D-AEED-783E-331485A06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3CD49-9E6D-E1D7-C3AA-629F456DA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A7815-0C99-4CEA-9838-A8B29F1C6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210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A3715-A623-0EC2-F9AF-EC04EBAED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9FEEBA-DEC3-3A5C-2CC9-1ACEC4AB2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56AEFD-4CA3-67DF-78B2-DC59EF7A0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D23B6-2C4D-45C6-B558-EA1C13F262B2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FF5383-42EE-6282-0B01-5AAECEE4E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2F82F-CE5C-1F69-BFC3-C64C617D9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A7815-0C99-4CEA-9838-A8B29F1C6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004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ED0C3-9641-DF3E-1D4B-94FFE7ABB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ACACB-990F-1849-D902-B59D1FE916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8F9717-58A1-2A13-3039-4A1C174B16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B779A6-3A65-21E5-158B-BE9D881AF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D23B6-2C4D-45C6-B558-EA1C13F262B2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F2A3DD-3C29-2160-9858-BEF620FC6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FB34A2-87A3-8A29-568E-AC4B4B975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A7815-0C99-4CEA-9838-A8B29F1C6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23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58C7E-FD4C-8F3A-BDBB-6EC2CC71A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797705-39B2-DA00-4BB6-8930C836AC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B10D2A-E03C-0425-D87F-EE36DB92F1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29D720-34F6-40B8-E3DA-F60FDA65F3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64623A-20EE-FB34-92E9-4F73A68928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BE3EE8-71BA-958A-BE70-BA624BF9A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D23B6-2C4D-45C6-B558-EA1C13F262B2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36C55C-50C0-377C-BA1C-463E520EF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FB49CC-D15B-8021-C1B4-0D00A84F5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A7815-0C99-4CEA-9838-A8B29F1C6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171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587DF-F084-DDC9-0217-FB138351B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B6E60A-F1E1-C097-5B62-450075193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D23B6-2C4D-45C6-B558-EA1C13F262B2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F206D6-7899-E267-122F-85B5E0E7C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3BAA2C-9EC3-8E9B-5FE5-15AC8CE84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A7815-0C99-4CEA-9838-A8B29F1C6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682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52F4E8-D8FB-9939-50C0-80603E3A1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D23B6-2C4D-45C6-B558-EA1C13F262B2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1D6FFB-999A-11A5-143E-EA7330844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4B0E10-B9DE-7F3D-BC14-741037FFF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A7815-0C99-4CEA-9838-A8B29F1C6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787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221A8-F915-01C2-6B47-6A36B8EC5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FD80A-0AEF-4E3A-A9C9-E1B2B73A3E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1AA238-3DAE-9414-2D84-146C8898F4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1F7F2A-5EFB-DF44-102D-EA312F903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D23B6-2C4D-45C6-B558-EA1C13F262B2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3EF064-4D9E-1FB5-FADA-407C00D3C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CDFEF4-75AA-2740-2F12-B78A0B32A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A7815-0C99-4CEA-9838-A8B29F1C6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474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A077C-F37A-A8B5-DDB4-26C0FA4FB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669BB9-1C05-3458-7BCE-48289C71DA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F8BF84-9EA7-3C0B-42D1-2DD9AAE631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27250B-EDB2-511D-D428-BF2B7DA57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D23B6-2C4D-45C6-B558-EA1C13F262B2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5387DA-9FDC-4DA5-8221-20BD4B288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155671-8C4B-960A-3126-1DC3601B3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A7815-0C99-4CEA-9838-A8B29F1C6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389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D7F81-AB0A-1129-BF0B-8CBB94D53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207CB5-6D82-53A8-9BF6-900CA77126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E40910-1D7B-4034-DD8B-7FAD50248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D23B6-2C4D-45C6-B558-EA1C13F262B2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F5757-D058-1117-BEB8-934FD56EF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21142F-4ADB-B902-E312-771348BA1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A7815-0C99-4CEA-9838-A8B29F1C6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879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985587-A3D3-4EC5-1DE8-CB5BC41643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6A12BB-3676-4459-786A-DC25D09BA9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6622D-78E0-55A2-0E55-67CB3FFA9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D23B6-2C4D-45C6-B558-EA1C13F262B2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1D987D-872B-9C56-C5DF-D678D6226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A0253-6DA1-0F7A-2B08-2248884B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A7815-0C99-4CEA-9838-A8B29F1C6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347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D7F05B-A988-82AF-7959-ADEB115C4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3A56B3-0719-1096-E8C8-B9FFFE37BB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5A7651-5BCF-CB4F-48E8-642C71ED21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DD23B6-2C4D-45C6-B558-EA1C13F262B2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41190-8D9A-D0DC-6DB8-C31BE687F7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52E08-581E-3DB1-76AE-B0EA74730E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7A7815-0C99-4CEA-9838-A8B29F1C6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89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18D01FF-BEB5-C7EE-5EBB-02C2BB8E3797}"/>
              </a:ext>
            </a:extLst>
          </p:cNvPr>
          <p:cNvSpPr/>
          <p:nvPr/>
        </p:nvSpPr>
        <p:spPr>
          <a:xfrm>
            <a:off x="-774969" y="1369365"/>
            <a:ext cx="8929991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000" b="1" i="1" u="sng" cap="none" dirty="0">
                <a:ln w="15875">
                  <a:solidFill>
                    <a:srgbClr val="23404B"/>
                  </a:solidFill>
                  <a:prstDash val="solid"/>
                </a:ln>
                <a:solidFill>
                  <a:schemeClr val="bg1"/>
                </a:solidFill>
                <a:effectLst>
                  <a:outerShdw dist="38100" dir="2700000" sx="102000" sy="102000" algn="bl" rotWithShape="0">
                    <a:srgbClr val="4FC8D5"/>
                  </a:outerShdw>
                </a:effectLst>
                <a:latin typeface="Viner Hand ITC" panose="03070502030502020203" pitchFamily="66" charset="0"/>
              </a:rPr>
              <a:t>J</a:t>
            </a:r>
            <a:r>
              <a:rPr lang="en-US" sz="6000" b="1" i="1" cap="none" dirty="0">
                <a:ln w="15875">
                  <a:solidFill>
                    <a:srgbClr val="23404B"/>
                  </a:solidFill>
                  <a:prstDash val="solid"/>
                </a:ln>
                <a:solidFill>
                  <a:schemeClr val="bg1"/>
                </a:solidFill>
                <a:effectLst>
                  <a:outerShdw dist="38100" dir="2700000" sx="102000" sy="102000" algn="bl" rotWithShape="0">
                    <a:srgbClr val="4FC8D5"/>
                  </a:outerShdw>
                </a:effectLst>
                <a:latin typeface="Viner Hand ITC" panose="03070502030502020203" pitchFamily="66" charset="0"/>
              </a:rPr>
              <a:t>ob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A4724B-43BA-CF9A-29CD-C23A8341E2F8}"/>
              </a:ext>
            </a:extLst>
          </p:cNvPr>
          <p:cNvSpPr txBox="1"/>
          <p:nvPr/>
        </p:nvSpPr>
        <p:spPr>
          <a:xfrm>
            <a:off x="3852152" y="2432791"/>
            <a:ext cx="609437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6000" b="1" i="1" u="sng" strike="noStrike" kern="1200" cap="none" spc="0" normalizeH="0" baseline="0" noProof="0" dirty="0">
                <a:ln w="15875">
                  <a:solidFill>
                    <a:srgbClr val="23404B"/>
                  </a:solidFill>
                  <a:prstDash val="solid"/>
                </a:ln>
                <a:solidFill>
                  <a:prstClr val="white"/>
                </a:solidFill>
                <a:effectLst>
                  <a:outerShdw dist="38100" dir="2700000" sx="102000" sy="102000" algn="bl" rotWithShape="0">
                    <a:srgbClr val="4FC8D5"/>
                  </a:outerShdw>
                </a:effectLst>
                <a:uLnTx/>
                <a:uFillTx/>
                <a:latin typeface="Viner Hand ITC" panose="03070502030502020203" pitchFamily="66" charset="0"/>
                <a:ea typeface="+mn-ea"/>
                <a:cs typeface="+mn-cs"/>
              </a:rPr>
              <a:t>A</a:t>
            </a:r>
            <a:r>
              <a:rPr kumimoji="0" lang="en-US" sz="6000" b="1" i="1" strike="noStrike" kern="1200" cap="none" spc="0" normalizeH="0" baseline="0" noProof="0" dirty="0">
                <a:ln w="15875">
                  <a:solidFill>
                    <a:srgbClr val="23404B"/>
                  </a:solidFill>
                  <a:prstDash val="solid"/>
                </a:ln>
                <a:solidFill>
                  <a:prstClr val="white"/>
                </a:solidFill>
                <a:effectLst>
                  <a:outerShdw dist="38100" dir="2700000" sx="102000" sy="102000" algn="bl" rotWithShape="0">
                    <a:srgbClr val="4FC8D5"/>
                  </a:outerShdw>
                </a:effectLst>
                <a:uLnTx/>
                <a:uFillTx/>
                <a:latin typeface="Viner Hand ITC" panose="03070502030502020203" pitchFamily="66" charset="0"/>
                <a:ea typeface="+mn-ea"/>
                <a:cs typeface="+mn-cs"/>
              </a:rPr>
              <a:t>pplication</a:t>
            </a:r>
            <a:endParaRPr 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2607EE-B2D1-C739-1319-7DBB04CE951C}"/>
              </a:ext>
            </a:extLst>
          </p:cNvPr>
          <p:cNvSpPr txBox="1"/>
          <p:nvPr/>
        </p:nvSpPr>
        <p:spPr>
          <a:xfrm>
            <a:off x="5737699" y="3934838"/>
            <a:ext cx="609437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6000" b="1" i="1" u="sng" strike="noStrike" kern="1200" cap="none" spc="0" normalizeH="0" baseline="0" noProof="0" dirty="0">
                <a:ln w="15875">
                  <a:solidFill>
                    <a:srgbClr val="23404B"/>
                  </a:solidFill>
                  <a:prstDash val="solid"/>
                </a:ln>
                <a:solidFill>
                  <a:prstClr val="white"/>
                </a:solidFill>
                <a:effectLst>
                  <a:outerShdw dist="38100" dir="2700000" sx="102000" sy="102000" algn="bl" rotWithShape="0">
                    <a:srgbClr val="4FC8D5"/>
                  </a:outerShdw>
                </a:effectLst>
                <a:uLnTx/>
                <a:uFillTx/>
                <a:latin typeface="Viner Hand ITC" panose="03070502030502020203" pitchFamily="66" charset="0"/>
                <a:ea typeface="+mn-ea"/>
                <a:cs typeface="+mn-cs"/>
              </a:rPr>
              <a:t>T</a:t>
            </a:r>
            <a:r>
              <a:rPr kumimoji="0" lang="en-US" sz="6000" b="1" i="1" strike="noStrike" kern="1200" cap="none" spc="0" normalizeH="0" baseline="0" noProof="0" dirty="0">
                <a:ln w="15875">
                  <a:solidFill>
                    <a:srgbClr val="23404B"/>
                  </a:solidFill>
                  <a:prstDash val="solid"/>
                </a:ln>
                <a:solidFill>
                  <a:prstClr val="white"/>
                </a:solidFill>
                <a:effectLst>
                  <a:outerShdw dist="38100" dir="2700000" sx="102000" sy="102000" algn="bl" rotWithShape="0">
                    <a:srgbClr val="4FC8D5"/>
                  </a:outerShdw>
                </a:effectLst>
                <a:uLnTx/>
                <a:uFillTx/>
                <a:latin typeface="Viner Hand ITC" panose="03070502030502020203" pitchFamily="66" charset="0"/>
                <a:ea typeface="+mn-ea"/>
                <a:cs typeface="+mn-cs"/>
              </a:rPr>
              <a:t>racker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949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996480FF-D58F-2B34-C47E-B7ED43F20CB5}"/>
              </a:ext>
            </a:extLst>
          </p:cNvPr>
          <p:cNvSpPr/>
          <p:nvPr/>
        </p:nvSpPr>
        <p:spPr>
          <a:xfrm rot="10800000">
            <a:off x="4739689" y="1993232"/>
            <a:ext cx="2399008" cy="1537905"/>
          </a:xfrm>
          <a:prstGeom prst="triangle">
            <a:avLst/>
          </a:prstGeom>
          <a:solidFill>
            <a:srgbClr val="204750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54040D4-788D-D4C5-E9E6-C9D308D71E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2833" y="2051601"/>
            <a:ext cx="2455049" cy="922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4755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3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Viner Hand ITC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Leroy Sturdivent</dc:creator>
  <cp:lastModifiedBy>Leroy Sturdivent</cp:lastModifiedBy>
  <cp:revision>1</cp:revision>
  <dcterms:created xsi:type="dcterms:W3CDTF">2026-05-21T03:46:14Z</dcterms:created>
  <dcterms:modified xsi:type="dcterms:W3CDTF">2026-05-22T16:46:10Z</dcterms:modified>
</cp:coreProperties>
</file>